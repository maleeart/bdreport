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703" r:id="rId3"/>
    <p:sldId id="704" r:id="rId4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21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E68F-7EF3-4290-A716-F86DC28C5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3174A-FF24-4363-AE9F-25B75D810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E85D9-2C4E-4E86-98F9-BE552539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45D01-CE2C-44A3-948A-F5EA823F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BEBF9-83D5-4755-AB09-4EEF3764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4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F00E-C70A-441B-9A70-9AF4D75C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67D8-2AA1-43F4-ABC6-74C6E69C7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480BF-73FB-4090-A775-D7C1CB5C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DFB8-A9B8-4156-B22B-4D1E90FE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D66DF-08C7-4707-876A-67038D86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45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A71B-FB23-405C-BA6D-71F8D724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8B465-D7FB-4621-A14F-5FAEE14F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824CA-E172-4FE6-8978-3A7FE5E0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27547-67B4-454B-995B-EBBDDFAE9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01347-6BFB-45BF-BEF7-E64DD7F9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8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00194-2C1B-43E6-8269-4F9A4A93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E37EA-0AC0-447A-8E62-ACC023DF0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21B6F-7F4B-4D4E-AEBE-F2C2B4A21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C226E-7271-4C24-A10C-DF111987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9668B-ADE5-4D43-ADE1-0ABFFCD9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A6E87-55E3-4F80-9891-5CE957060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2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46389-B492-484E-8567-9AF42EF9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1314-CC9C-44AB-86F5-DD82CE62A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A71F2C-FFDB-4FFD-97AF-8596E75BEB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EBB9D-9E35-478A-A41C-0F5145E82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5D619-D704-4C90-A14C-1D59A6AEB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278F51-B7D2-4BD7-8D39-EEAA4BBB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FD24DC-082C-4646-B610-022559C0B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F3FCA-0224-4D00-B487-476D4DD94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28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8A75-D123-4C1F-B553-472D7995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75C52-6698-406A-846D-3C1012AC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15D589-5335-48A0-9FD2-2C0A09F9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036F9-A65C-4146-BB26-DECA6234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18BC88-D1E1-4202-AE83-A601A5A67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3342F-43B3-40CA-A54D-0AD0B774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83582-3DFA-47AD-8585-E1245C1C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3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F37-C08D-462E-B1B2-AA25247A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58B51-A22E-46BF-8B58-959DE5872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9B578-2206-4E50-87F1-1B1FECFA4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1DCAB-15EE-4FED-B347-D5B7BF39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ADB69-8BC3-415A-B974-A0B496E05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49E8-7B03-40A6-9E13-7CD913B1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074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04764-96D8-4B49-8F9F-76FFAC708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490995-DC93-48EE-8E82-EC864D099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A6332-637C-4E21-B3F0-1457B3C56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9849E2-AD81-41D7-B584-7B1ED4D5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3BBE-FF1D-4C3A-8075-5C688B97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F6E8F-9677-4090-8D9D-22BDAAE0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11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6E8FE-9417-4376-BC46-8D5C6D4C7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CE9A83-E2A6-4945-B861-118B522C1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DD07E-B26C-4F84-B67C-8944092E0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D0C4A-6533-41CB-8343-B7B2C1B90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ED2F6-FC50-43C6-9B92-64866889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48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DC04B-38B7-424E-9C7A-1E21EFCB0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60EF1-188F-4B4C-AEFA-1B5429836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6BFE0-8F01-4135-9656-1EEA2A5AB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5263B-CC79-4BD6-88DB-02302207A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F62AC-FDA2-4BF7-A50E-1A0873F6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3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6C8EFDC-2B0E-4D2F-A833-AAB11B0EF1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4349810" y="1912344"/>
            <a:ext cx="7244855" cy="1325864"/>
          </a:xfrm>
          <a:ln w="76200">
            <a:noFill/>
          </a:ln>
        </p:spPr>
        <p:txBody>
          <a:bodyPr>
            <a:noAutofit/>
          </a:bodyPr>
          <a:lstStyle>
            <a:lvl1pPr algn="ctr">
              <a:defRPr sz="3300" b="1" baseline="0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endParaRPr lang="th-TH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6467952" y="4945656"/>
            <a:ext cx="5126713" cy="357212"/>
          </a:xfrm>
        </p:spPr>
        <p:txBody>
          <a:bodyPr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74523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_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37A10606-2E89-43C0-BC23-2C72920AE7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43F7E-B73F-4D53-A66C-4D3CA200A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E159139-95F9-4022-B5A8-F3217D13DFEA}" type="datetimeFigureOut">
              <a:rPr lang="th-TH"/>
              <a:pPr>
                <a:defRPr/>
              </a:pPr>
              <a:t>15/07/69</a:t>
            </a:fld>
            <a:endParaRPr lang="th-T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F2BF8-6386-4576-A40A-49F2C507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631666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41F19-792C-47B9-BBCF-441C5F8E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7050" y="6356350"/>
            <a:ext cx="666750" cy="365125"/>
          </a:xfrm>
        </p:spPr>
        <p:txBody>
          <a:bodyPr/>
          <a:lstStyle>
            <a:lvl1pPr>
              <a:defRPr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FEF89A41-58D7-47F7-8836-B994E8D4DBE5}" type="slidenum">
              <a:rPr lang="th-TH" altLang="en-US"/>
              <a:pPr>
                <a:defRPr/>
              </a:pPr>
              <a:t>‹#›</a:t>
            </a:fld>
            <a:endParaRPr lang="th-TH" altLang="en-US"/>
          </a:p>
        </p:txBody>
      </p:sp>
    </p:spTree>
    <p:extLst>
      <p:ext uri="{BB962C8B-B14F-4D97-AF65-F5344CB8AC3E}">
        <p14:creationId xmlns:p14="http://schemas.microsoft.com/office/powerpoint/2010/main" val="2683677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d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15D50BA9-52E9-4962-8998-222DC46EA7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455485" y="3314868"/>
            <a:ext cx="5078417" cy="1860074"/>
          </a:xfrm>
          <a:ln w="19050">
            <a:noFill/>
          </a:ln>
        </p:spPr>
        <p:txBody>
          <a:bodyPr>
            <a:no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  <a:latin typeface="TH SarabunPSK" panose="020B0500040200020003" pitchFamily="34" charset="-34"/>
                <a:cs typeface="TH SarabunPSK" panose="020B0500040200020003" pitchFamily="34" charset="-34"/>
              </a:defRPr>
            </a:lvl1pPr>
          </a:lstStyle>
          <a:p>
            <a:r>
              <a:rPr lang="en-US" dirty="0"/>
              <a:t>Click to edit Master title style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1549426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0A4CFF-ED78-410F-B4BF-17F36FC1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1ABD7-51FB-4D31-B53D-7200454B1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B7E25-B658-4A7A-A04A-3BC7B70F6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976AC-B238-4EAF-9010-0828F620284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70B37-7C95-4AB6-8395-B6CAB9EAE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FF8FB-06F4-4E8D-A6B7-EB11584D0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12624-80A9-4EA1-87FC-CCAEBF8634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1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5AE975-F372-4E40-88B5-D5FBD03CA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7798" y="1313234"/>
            <a:ext cx="7687455" cy="2626468"/>
          </a:xfrm>
        </p:spPr>
        <p:txBody>
          <a:bodyPr/>
          <a:lstStyle/>
          <a:p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รายงานผลการดำเนินงานประจำสัปดาห์ </a:t>
            </a:r>
            <a:b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แผนกบำรุงรักษาอาคารและบริเวณ </a:t>
            </a:r>
            <a:b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</a:b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กองบริหาร</a:t>
            </a:r>
            <a:r>
              <a:rPr lang="en-US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4800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กฟผ.สนง.ไทรน้อย</a:t>
            </a:r>
            <a:endParaRPr lang="en-US" sz="4800" dirty="0"/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F0CD6BAB-88EE-4E0A-BF74-11F0879D9D9E}"/>
              </a:ext>
            </a:extLst>
          </p:cNvPr>
          <p:cNvGrpSpPr>
            <a:grpSpLocks/>
          </p:cNvGrpSpPr>
          <p:nvPr/>
        </p:nvGrpSpPr>
        <p:grpSpPr bwMode="auto">
          <a:xfrm>
            <a:off x="1992253" y="5922963"/>
            <a:ext cx="9278937" cy="447675"/>
            <a:chOff x="1026545" y="6366293"/>
            <a:chExt cx="10249378" cy="491707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9C5F377B-EBA9-4084-BD7E-28FFB23BCC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9" t="4265" r="7112" b="79883"/>
            <a:stretch>
              <a:fillRect/>
            </a:stretch>
          </p:blipFill>
          <p:spPr bwMode="auto">
            <a:xfrm>
              <a:off x="1026545" y="6374923"/>
              <a:ext cx="2208362" cy="439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3A732E05-A06F-4AE6-8575-A780C73375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" t="21671" r="3966" b="60612"/>
            <a:stretch>
              <a:fillRect/>
            </a:stretch>
          </p:blipFill>
          <p:spPr bwMode="auto">
            <a:xfrm>
              <a:off x="2760453" y="6366293"/>
              <a:ext cx="2303253" cy="49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>
              <a:extLst>
                <a:ext uri="{FF2B5EF4-FFF2-40B4-BE49-F238E27FC236}">
                  <a16:creationId xmlns:a16="http://schemas.microsoft.com/office/drawing/2014/main" id="{85D08FD2-A5D0-4DAF-BAFA-A7E2C56D9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40633" r="22015" b="42584"/>
            <a:stretch>
              <a:fillRect/>
            </a:stretch>
          </p:blipFill>
          <p:spPr bwMode="auto">
            <a:xfrm>
              <a:off x="5129843" y="6370607"/>
              <a:ext cx="1846053" cy="465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E8CF9C3B-1410-40E8-B704-51EBAEBEDB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59903" r="3476" b="23624"/>
            <a:stretch>
              <a:fillRect/>
            </a:stretch>
          </p:blipFill>
          <p:spPr bwMode="auto">
            <a:xfrm>
              <a:off x="6824691" y="6374923"/>
              <a:ext cx="230325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>
              <a:extLst>
                <a:ext uri="{FF2B5EF4-FFF2-40B4-BE49-F238E27FC236}">
                  <a16:creationId xmlns:a16="http://schemas.microsoft.com/office/drawing/2014/main" id="{686AB5D6-856E-4439-B7C6-F54CF6DEB3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79485" r="3476" b="4352"/>
            <a:stretch>
              <a:fillRect/>
            </a:stretch>
          </p:blipFill>
          <p:spPr bwMode="auto">
            <a:xfrm>
              <a:off x="8972670" y="6387859"/>
              <a:ext cx="2303253" cy="448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A89B64D-0C3E-474C-9214-77DE3144939A}"/>
              </a:ext>
            </a:extLst>
          </p:cNvPr>
          <p:cNvSpPr txBox="1"/>
          <p:nvPr/>
        </p:nvSpPr>
        <p:spPr>
          <a:xfrm>
            <a:off x="8726750" y="4316467"/>
            <a:ext cx="3334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Update (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วันที่)</a:t>
            </a:r>
            <a:endParaRPr lang="en-US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3461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 txBox="1">
            <a:spLocks noChangeArrowheads="1"/>
          </p:cNvSpPr>
          <p:nvPr/>
        </p:nvSpPr>
        <p:spPr bwMode="auto">
          <a:xfrm>
            <a:off x="150813" y="103188"/>
            <a:ext cx="793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sz="3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ชื่องาน</a:t>
            </a:r>
          </a:p>
        </p:txBody>
      </p:sp>
      <p:sp>
        <p:nvSpPr>
          <p:cNvPr id="14384" name="TextBox 4"/>
          <p:cNvSpPr txBox="1">
            <a:spLocks noChangeArrowheads="1"/>
          </p:cNvSpPr>
          <p:nvPr/>
        </p:nvSpPr>
        <p:spPr bwMode="auto">
          <a:xfrm>
            <a:off x="8852170" y="590866"/>
            <a:ext cx="31225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algn="ctr"/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วันที่ดำเนินการ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2722294" y="3398092"/>
            <a:ext cx="2179638" cy="741363"/>
            <a:chOff x="12006226" y="3289127"/>
            <a:chExt cx="2179638" cy="741363"/>
          </a:xfrm>
        </p:grpSpPr>
        <p:sp>
          <p:nvSpPr>
            <p:cNvPr id="8" name="Left Arrow 7"/>
            <p:cNvSpPr/>
            <p:nvPr/>
          </p:nvSpPr>
          <p:spPr>
            <a:xfrm>
              <a:off x="12006226" y="3289127"/>
              <a:ext cx="2179638" cy="74136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th-TH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4"/>
            <p:cNvSpPr txBox="1">
              <a:spLocks noChangeArrowheads="1"/>
            </p:cNvSpPr>
            <p:nvPr/>
          </p:nvSpPr>
          <p:spPr bwMode="auto">
            <a:xfrm>
              <a:off x="12072858" y="3459783"/>
              <a:ext cx="204637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9pPr>
            </a:lstStyle>
            <a:p>
              <a:r>
                <a:rPr lang="th-TH" sz="20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เพิ่มขึ้นจากสัปดาห์ก่อน</a:t>
              </a:r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1009" y="2538505"/>
            <a:ext cx="2274005" cy="7742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C0313A-0B81-ED79-DB32-2F98F148D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041999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747367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129177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2558420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42875065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977649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59269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B293A6-C716-82C8-D927-8C4FCC7DF1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148484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46148393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38365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8231761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76785595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374796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6016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6380BF8-521A-0E19-95C0-AA9A1096C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76107"/>
              </p:ext>
            </p:extLst>
          </p:nvPr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42403868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1904884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45713309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6512144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512274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4789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0000000-0008-0000-0000-000033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000000-0008-0000-0000-000034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3CBF0E3B-0FA9-8B55-181F-5133FC3CB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4" y="1393724"/>
            <a:ext cx="10611221" cy="88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</a:t>
            </a:r>
            <a:r>
              <a:rPr lang="en-US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  <a:endParaRPr lang="th-TH" alt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63907C-5A71-B5EC-E81E-5786DB6E4E69}"/>
              </a:ext>
            </a:extLst>
          </p:cNvPr>
          <p:cNvSpPr/>
          <p:nvPr/>
        </p:nvSpPr>
        <p:spPr>
          <a:xfrm>
            <a:off x="531914" y="2675106"/>
            <a:ext cx="10963072" cy="378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รูปประกอบ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4134948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AE8C2-799C-8B4A-7C85-7EA51063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F441DF3-0139-CF41-7708-ECFEB8AF3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3" y="103188"/>
            <a:ext cx="793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sz="36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ชื่องาน</a:t>
            </a:r>
          </a:p>
        </p:txBody>
      </p:sp>
      <p:sp>
        <p:nvSpPr>
          <p:cNvPr id="14384" name="TextBox 4">
            <a:extLst>
              <a:ext uri="{FF2B5EF4-FFF2-40B4-BE49-F238E27FC236}">
                <a16:creationId xmlns:a16="http://schemas.microsoft.com/office/drawing/2014/main" id="{B54BEA7F-7019-9AA8-32CD-CD8969D28B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2170" y="590866"/>
            <a:ext cx="312257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algn="ctr"/>
            <a:r>
              <a:rPr lang="th-TH" b="1" dirty="0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วันที่ดำเนินการ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B43E43E-D86C-6E92-3B2A-BDC714299F80}"/>
              </a:ext>
            </a:extLst>
          </p:cNvPr>
          <p:cNvGrpSpPr/>
          <p:nvPr/>
        </p:nvGrpSpPr>
        <p:grpSpPr>
          <a:xfrm>
            <a:off x="12722294" y="3398092"/>
            <a:ext cx="2179638" cy="741363"/>
            <a:chOff x="12006226" y="3289127"/>
            <a:chExt cx="2179638" cy="741363"/>
          </a:xfrm>
        </p:grpSpPr>
        <p:sp>
          <p:nvSpPr>
            <p:cNvPr id="8" name="Left Arrow 7">
              <a:extLst>
                <a:ext uri="{FF2B5EF4-FFF2-40B4-BE49-F238E27FC236}">
                  <a16:creationId xmlns:a16="http://schemas.microsoft.com/office/drawing/2014/main" id="{09E1D033-F270-301C-D6E6-0B7FAAD6E10D}"/>
                </a:ext>
              </a:extLst>
            </p:cNvPr>
            <p:cNvSpPr/>
            <p:nvPr/>
          </p:nvSpPr>
          <p:spPr>
            <a:xfrm>
              <a:off x="12006226" y="3289127"/>
              <a:ext cx="2179638" cy="741363"/>
            </a:xfrm>
            <a:prstGeom prst="left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th-TH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06838ED5-1D79-EB08-D8EE-16682F31B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2858" y="3459783"/>
              <a:ext cx="2046374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Calibri" panose="020F0502020204030204" pitchFamily="34" charset="0"/>
                  <a:cs typeface="Cordia New" panose="020B0304020202020204" pitchFamily="34" charset="-34"/>
                </a:defRPr>
              </a:lvl9pPr>
            </a:lstStyle>
            <a:p>
              <a:r>
                <a:rPr lang="th-TH" sz="2000" b="1" dirty="0">
                  <a:solidFill>
                    <a:schemeClr val="bg1"/>
                  </a:solidFill>
                  <a:latin typeface="TH Sarabun New" panose="020B0500040200020003" pitchFamily="34" charset="-34"/>
                  <a:cs typeface="TH Sarabun New" panose="020B0500040200020003" pitchFamily="34" charset="-34"/>
                </a:rPr>
                <a:t>เพิ่มขึ้นจากสัปดาห์ก่อน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754519C-AB7C-8BD5-226D-29CE7E456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1009" y="2538505"/>
            <a:ext cx="2274005" cy="77425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35F086-8DAE-9AB7-54B2-DE43893FD5B1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13747367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111291774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425584209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42875065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09776498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0592692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BF9F5C1-E08F-6D4E-8B20-B3120C918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9D068-3BF1-1BAF-463F-BF8003DA7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243484C-1148-A903-0FFD-2E524B19DE60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46148393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9938365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38231761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1767855950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3747965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17601699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DD48439-CD60-2D8A-5C75-BAE45CBDC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D23543-FDA4-99D5-455F-6F24EACF6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8BDB828-BA3C-F246-1539-2E1F32C3BE94}"/>
              </a:ext>
            </a:extLst>
          </p:cNvPr>
          <p:cNvGraphicFramePr>
            <a:graphicFrameLocks noGrp="1"/>
          </p:cNvGraphicFramePr>
          <p:nvPr/>
        </p:nvGraphicFramePr>
        <p:xfrm>
          <a:off x="882650" y="-4978400"/>
          <a:ext cx="5130800" cy="975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342403868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319048848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145713309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365121445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49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30/11-06/12/2567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55,441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-15.14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5122744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50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>
                          <a:effectLst/>
                        </a:rPr>
                        <a:t>07-13/12/2567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                      59,685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7.65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4789696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78272F1B-3095-1331-ABD0-D3FFEA6F7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063" y="11579225"/>
            <a:ext cx="268287" cy="2571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B21927-658F-EF9F-274D-235528A3C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838" y="11307763"/>
            <a:ext cx="285750" cy="2381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8F3BC9AA-644D-9A84-6FF1-18E5E0B13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4" y="1393724"/>
            <a:ext cx="10611221" cy="882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cs typeface="Cordia New" panose="020B0304020202020204" pitchFamily="34" charset="-34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th-TH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เนื้อหา</a:t>
            </a:r>
            <a:r>
              <a:rPr lang="en-US" altLang="en-US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………………………………………………………………………………………………………………………………………………………………………………………………………………………..</a:t>
            </a:r>
            <a:endParaRPr lang="th-TH" altLang="en-US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8AE1D-661F-FD5B-E3C5-5ECDF350B7D3}"/>
              </a:ext>
            </a:extLst>
          </p:cNvPr>
          <p:cNvSpPr/>
          <p:nvPr/>
        </p:nvSpPr>
        <p:spPr>
          <a:xfrm>
            <a:off x="531914" y="2675106"/>
            <a:ext cx="10963072" cy="3786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รูปประกอบ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220019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891CFA-5D7A-45E4-AF55-46AA8B300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11559" y="1972752"/>
            <a:ext cx="5078417" cy="1860074"/>
          </a:xfrm>
        </p:spPr>
        <p:txBody>
          <a:bodyPr/>
          <a:lstStyle/>
          <a:p>
            <a:r>
              <a:rPr lang="th-TH" sz="4400" dirty="0"/>
              <a:t>จบการนำเสนอ</a:t>
            </a:r>
            <a:endParaRPr lang="en-US" sz="4400" dirty="0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C051E2A4-0671-42C8-AFAC-C062FED07AEF}"/>
              </a:ext>
            </a:extLst>
          </p:cNvPr>
          <p:cNvGrpSpPr>
            <a:grpSpLocks/>
          </p:cNvGrpSpPr>
          <p:nvPr/>
        </p:nvGrpSpPr>
        <p:grpSpPr bwMode="auto">
          <a:xfrm>
            <a:off x="1569559" y="6224888"/>
            <a:ext cx="9278937" cy="447675"/>
            <a:chOff x="1026545" y="6366293"/>
            <a:chExt cx="10249378" cy="491707"/>
          </a:xfrm>
        </p:grpSpPr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757D99A8-32A1-4B94-BBE1-88DBADCF3A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39" t="4265" r="7112" b="79883"/>
            <a:stretch>
              <a:fillRect/>
            </a:stretch>
          </p:blipFill>
          <p:spPr bwMode="auto">
            <a:xfrm>
              <a:off x="1026545" y="6374923"/>
              <a:ext cx="2208362" cy="439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1223F0A7-EDCD-44D6-B027-23504A8EE1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" t="21671" r="3966" b="60612"/>
            <a:stretch>
              <a:fillRect/>
            </a:stretch>
          </p:blipFill>
          <p:spPr bwMode="auto">
            <a:xfrm>
              <a:off x="2760453" y="6366293"/>
              <a:ext cx="2303253" cy="4917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45AE93B4-27D1-4EF7-906F-CC9CDC14FB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40633" r="22015" b="42584"/>
            <a:stretch>
              <a:fillRect/>
            </a:stretch>
          </p:blipFill>
          <p:spPr bwMode="auto">
            <a:xfrm>
              <a:off x="5129843" y="6370607"/>
              <a:ext cx="1846053" cy="465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6">
              <a:extLst>
                <a:ext uri="{FF2B5EF4-FFF2-40B4-BE49-F238E27FC236}">
                  <a16:creationId xmlns:a16="http://schemas.microsoft.com/office/drawing/2014/main" id="{1E357AE8-6495-4152-B34A-0517763E34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59903" r="3476" b="23624"/>
            <a:stretch>
              <a:fillRect/>
            </a:stretch>
          </p:blipFill>
          <p:spPr bwMode="auto">
            <a:xfrm>
              <a:off x="6824691" y="6374923"/>
              <a:ext cx="2303253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7">
              <a:extLst>
                <a:ext uri="{FF2B5EF4-FFF2-40B4-BE49-F238E27FC236}">
                  <a16:creationId xmlns:a16="http://schemas.microsoft.com/office/drawing/2014/main" id="{030052E9-2DC3-46BB-946D-68E2B0E4C4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7" t="79485" r="3476" b="4352"/>
            <a:stretch>
              <a:fillRect/>
            </a:stretch>
          </p:blipFill>
          <p:spPr bwMode="auto">
            <a:xfrm>
              <a:off x="8972670" y="6387859"/>
              <a:ext cx="2303253" cy="448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3">
            <a:extLst>
              <a:ext uri="{FF2B5EF4-FFF2-40B4-BE49-F238E27FC236}">
                <a16:creationId xmlns:a16="http://schemas.microsoft.com/office/drawing/2014/main" id="{76015F5F-8EA0-4B01-978B-B22C4CFDB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579" y="3429000"/>
            <a:ext cx="1534375" cy="260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71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5794</TotalTime>
  <Words>276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Cordia New</vt:lpstr>
      <vt:lpstr>TH Sarabun New</vt:lpstr>
      <vt:lpstr>TH SarabunPSK</vt:lpstr>
      <vt:lpstr>Office Theme</vt:lpstr>
      <vt:lpstr>รายงานผลการดำเนินงานประจำสัปดาห์  แผนกบำรุงรักษาอาคารและบริเวณ  กองบริหาร กฟผ.สนง.ไทรน้อย</vt:lpstr>
      <vt:lpstr>PowerPoint Presentation</vt:lpstr>
      <vt:lpstr>PowerPoint Presentation</vt:lpstr>
      <vt:lpstr>จบการนำเสนอ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รายงานผลการประหยัดพลังงาน กฟผ.สนง.ไทรน้อย</dc:title>
  <dc:creator>Sirichet Suttiwong</dc:creator>
  <cp:lastModifiedBy>Tuangphet Chaiyanon</cp:lastModifiedBy>
  <cp:revision>360</cp:revision>
  <cp:lastPrinted>2022-05-20T07:21:43Z</cp:lastPrinted>
  <dcterms:created xsi:type="dcterms:W3CDTF">2022-05-12T04:11:22Z</dcterms:created>
  <dcterms:modified xsi:type="dcterms:W3CDTF">2026-07-15T07:25:05Z</dcterms:modified>
</cp:coreProperties>
</file>